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Idea name: NeuroNova. Submitted individually by Muhammad Taqui, Volunteer Management department.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source list: Business Recorder "Pakistan’s AI moment" (Jun 2026, citing Access Partnership estimate of Rs2.8tn GDP upside from closing the digital skills gap); Daily Parliament Times "The Skills Gap Pakistan Cannot Ignore" (Jul 2026); Pakistan Today NSCT 2026 coverage (33,000 IT students tested nationwide, Jul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486400" cy="5486400"/>
          </a:xfrm>
          <a:prstGeom prst="ellipse">
            <a:avLst/>
          </a:prstGeom>
          <a:solidFill>
            <a:srgbClr val="242B6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42B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ENTREPRENEURSHIP INITIATIVE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NeuroNova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project-based AI and data science education for students outside Pakistan’s major tech hubs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39496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623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Taqui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  |  Alkhidmat Summer Internship Program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applied AI skills gap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is producing IT graduates faster than it is producing applied AI skills, and structured hands-on training remains concentrated in a handful of major cities.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3842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75,000+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graduates enter Pakistan’s job market every year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53128" y="196596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727448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66" y="23842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727448" y="3566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IT professionals have applied AI skills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57616" y="196596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63193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954" y="238429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31936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631936" y="3566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engineering/IT graduates meet industry skill standards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526280"/>
            <a:ext cx="1110996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gap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14400" y="502920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Cohort-based training programs enroll on physical campuses in Karachi and Lahore. A recent national skills test found many students had no organized study materials at all. Being based in a smaller Punjab city rather than a major hub is the everyday, lived version of this gap.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Business Recorder / Access Partnership (2026); Daily Parliament Times, World Youth Skills Day coverage (2026); Pakistan Today, HEC NSCT 2026 report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MARKET &amp; COMPETITOR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existing programs fall short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_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9065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81328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DigiSkills.pk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77640" y="1481328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4.5M+ enrollments since 2018 (Ignite / Virtual University)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0" y="1481328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fully remote, explicitly geography-agnostic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052560" y="1481328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digital &amp; freelancing skills, not a structured applied AI/DS path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264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_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387852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962656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 Qabil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977640" y="2962656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IT courses, now including AI &amp; Data Analytics (Alkhidmat)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583680" y="2962656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Alkhidmat’s own program, strong brand trust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052560" y="2962656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enrollment is campus-based (Karachi/Lahore), with aptitude test, interview, and a refundable deposit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334256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7457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869180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443984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Career Certificates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977640" y="4443984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scholarships announced, Punjab, 2026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83680" y="4443984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Well-funded, recognised credential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052560" y="4443984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through university partnerships; access depends on institutional channel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55448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97764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58368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905256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REMAINS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digiskills.pk; banoqabil.pk (registration and course pages); Superior Colleges, "Biggest Gaps in College Education System 2026" (Google–Punjab HED partnership)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open, project-based path into AI/DS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GitHub-hosted curriculum at bachelor’s level, built around real projects rather than video lectures, and free to start from anywhere with an internet connection.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785" y="244030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build real, demonstrable work, not just watch lectures or collect certificates.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38912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25" y="244030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Location-agnostic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online; no campus enrollment, aptitude test, or deposit required.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22376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_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065" y="244030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Portfolio-first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lives on GitHub from day one, building a track record employers can verify directly.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5840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705" y="244030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8116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licensed and free to use, positioned alongside, not against, Bano Qabil and DigiSkills.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512064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competing: DigiSkills and Bano Qabil solve breadth and brand trust at national scale; NeuroNova targets the specific, narrower gap in structured, applied AI/DS depth.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242B6E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659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and self-taught learners in smaller Pakistani cities and towns without access to a campus-based AI/DS bootcamp.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242B6E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659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_sch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21602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2926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583680" y="3246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anywhere in Pakistan who want a structured, practical supplement to coursework that hasn’t caught up to industry needs.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4983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point: the NSCT 2026 assessment recorded rural test participation at less than half the rate of urban participation among IT students, and a marked gender gap in rural districts specifically — the access problem this targets is measurable, not assumed.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learner gets here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371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06440" y="1371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 Qabil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1371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Career Cert.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14884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1488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21488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21488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(scholarship-gated)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92608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remote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9788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Campus-based cohort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University-channel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70332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37033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project-based AI/DS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37033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digital literacy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78240" y="37033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to start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448056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4480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97880" y="4480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interview, deposit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78240" y="4480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in partner university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2148840"/>
            <a:ext cx="1101852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BUSINESS &amp; SUSTAINABILITY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first, sustained modestly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602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545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27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contribution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205740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who complete the curriculum are invited back as contributors, keeping projects and content current at low ongoing cost.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2689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_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4632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136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compute partnerships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783080" y="35661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sponsorship for compute credits, similar in spirit to the Alibaba Cloud partnership already running this internship’s AI hackathon.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48056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7777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9720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645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premium layer (later)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83080" y="50749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future, clearly separate paid track — structured mentorship or portfolio review — once the free core has real usage. Not part of the initial scope.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0807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for this internship phase is the free, open core — not a fully operating revenue business.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EXECUTION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already close at hand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8813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19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discovery channel for a developer-facing, code-first resource.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_linked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258" y="18813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19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build-in-progress posts, applying the personal branding practices from this internship’s own Week 4 training.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_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412165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59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&amp; college outreach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computer science and STEM societies in smaller cities specifically.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977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258" y="412165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959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Alkhidmat’s own network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709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internship’s cohort and Volunteer Management contacts as an initial, trusted distribution channel.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a running 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1691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691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structuring the core project sequence and publish it openly on GitHub.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2834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834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small, informal pilot with a handful of real learners and collect direct feedback — the concrete evidence this plan doesn’t yet have.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63040" y="3977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3977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pilot through GitHub and LinkedIn, and through university outreach in smaller cities.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63040" y="5120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5120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modest cloud or compute partnership, following the model already in place for this internship’s AI hackathon.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42B6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knowledge should not depend on which city you were born 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384048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NeuroNova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Taqui  —  muhammadtaquichat@gmail.com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2026-08-16T04:05:48Z</dcterms:created>
  <dcterms:modified xsi:type="dcterms:W3CDTF">2026-08-16T04:05:48Z</dcterms:modified>
</cp:coreProperties>
</file>